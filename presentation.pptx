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Title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Your presentation title</a:t>
            </a:r>
          </a:p>
          <a:p>
            <a:pPr>
              <a:spcAft>
                <a:spcPts val="1200"/>
              </a:spcAft>
              <a:defRPr sz="1800"/>
            </a:pPr>
            <a:r>
              <a:t>Subtitle or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Point one</a:t>
            </a:r>
          </a:p>
          <a:p>
            <a:pPr>
              <a:spcAft>
                <a:spcPts val="1200"/>
              </a:spcAft>
              <a:defRPr sz="1800"/>
            </a:pPr>
            <a:r>
              <a:t>Point two</a:t>
            </a:r>
          </a:p>
          <a:p>
            <a:pPr>
              <a:spcAft>
                <a:spcPts val="1200"/>
              </a:spcAft>
              <a:defRPr sz="1800"/>
            </a:pPr>
            <a:r>
              <a:t>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Key message</a:t>
            </a:r>
          </a:p>
          <a:p>
            <a:pPr>
              <a:spcAft>
                <a:spcPts val="1200"/>
              </a:spcAft>
              <a:defRPr sz="1800"/>
            </a:pPr>
            <a:r>
              <a:t>Supporting detail</a:t>
            </a:r>
          </a:p>
          <a:p>
            <a:pPr>
              <a:spcAft>
                <a:spcPts val="1200"/>
              </a:spcAft>
              <a:defRPr sz="1800"/>
            </a:pPr>
            <a:r>
              <a:t>Another detail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Key message</a:t>
            </a:r>
          </a:p>
          <a:p>
            <a:pPr>
              <a:spcAft>
                <a:spcPts val="1200"/>
              </a:spcAft>
              <a:defRPr sz="1800"/>
            </a:pPr>
            <a:r>
              <a:t>Supporting detail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Questions?</a:t>
            </a:r>
          </a:p>
          <a:p>
            <a:pPr>
              <a:spcAft>
                <a:spcPts val="1200"/>
              </a:spcAft>
              <a:defRPr sz="1800"/>
            </a:pPr>
            <a:r>
              <a:t>Contact info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